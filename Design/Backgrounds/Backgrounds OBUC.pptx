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8" r:id="rId3"/>
    <p:sldId id="354" r:id="rId4"/>
    <p:sldId id="361" r:id="rId5"/>
    <p:sldId id="3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10C"/>
    <a:srgbClr val="00BE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09188-8FF4-4D36-B943-392B2FDA9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1F922C-2B41-4289-A730-C9102C19FB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E7EB29-82EC-4F18-93F7-7001F0FD9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8ED2E-6E31-440A-8481-7CAE028ABAC5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341C66-5BBB-4AB1-91A4-AE44344B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B4B056-DF1B-4549-9C6D-DDBE5E6C7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9A14-EE8D-41B0-BA6B-ED96BBA331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549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33326C-5BD4-4925-8C7D-45E78F2FA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FD522A-6779-47ED-99D9-8741A07CA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CF994A-3848-425B-A88D-1F9FAD57E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8ED2E-6E31-440A-8481-7CAE028ABAC5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0A6C71-2679-4A56-B8C0-2D0834650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AAE75F-F008-4B50-9173-AB13A3A68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9A14-EE8D-41B0-BA6B-ED96BBA331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3729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CB4D3-CA71-40A2-892B-D7030EA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5ED8EF-03DC-4718-8ADE-5552250F6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8A4109-8128-48E8-86B5-B15AB847C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8ED2E-6E31-440A-8481-7CAE028ABAC5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3D69B1-4042-4216-A082-26DD51DF1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E7564B-D5C4-4447-A38B-7A0B769F1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9A14-EE8D-41B0-BA6B-ED96BBA331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8138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45E0A-8CB6-4533-A7DD-96BDFE50A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7C7363-6F39-4607-9AAA-F2E57F53E0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96E936-D13D-4F5C-8EAE-4D053A563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84CB80-9EB9-422C-B593-66AA9C32F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8ED2E-6E31-440A-8481-7CAE028ABAC5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3FB93D-4017-4A11-9525-F9B16C6D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A5704C7-6143-43F1-B732-C00045CB4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9A14-EE8D-41B0-BA6B-ED96BBA331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954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7F996-E42B-42ED-9ACE-7408FD84E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D7DB7A-F235-401C-950A-4B78521A3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DBC1B0A-E470-4D2E-B147-ED37CE1C0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F5CA020-5F3B-44D4-AF47-5FB13DE36D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9D2CF54-D1C7-4212-BFCB-075262B58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E2FDEBF-127D-40EA-A4A3-8C886B32D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8ED2E-6E31-440A-8481-7CAE028ABAC5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7C2BF27-7F29-44EA-93C5-327A061BF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4DCF0B7-E3F4-4588-8AD3-7306B6CF4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9A14-EE8D-41B0-BA6B-ED96BBA331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537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D136D6-DDED-459B-9B19-B4FBD399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52D8EE3-1BE3-48B2-B026-0AC53431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8ED2E-6E31-440A-8481-7CAE028ABAC5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8EC5FEE-088B-43F7-9A54-2B4F6AEC1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7A67DE8-1318-45EA-A79A-B1B9B76F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9A14-EE8D-41B0-BA6B-ED96BBA331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9999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2B61CD9-EF84-4E3E-BEE6-A81EA0C06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8ED2E-6E31-440A-8481-7CAE028ABAC5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7554049-FB5E-4DB5-BCCB-59DFD7E6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3B0E6A-37A5-42D7-B638-8D45E00F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9A14-EE8D-41B0-BA6B-ED96BBA331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854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702C3-BA14-4CA1-9ED5-E9C3C877F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48DDFB-005D-45E9-B101-0A9D599DA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63FFE3-4707-4130-B582-2939656DA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1BAB07-2273-4036-BED3-F067806EC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8ED2E-6E31-440A-8481-7CAE028ABAC5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A6A46A-D974-470D-8455-5C8B2CA27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45EED8-96CA-48E2-BFAE-78600FEE7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9A14-EE8D-41B0-BA6B-ED96BBA331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021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D47FC-FA68-448C-82C7-AD5196AC7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9FD9058-48FE-415F-9E96-8EA4EBC4E7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5979E3-879B-461F-B188-890ABAAB7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A8B1A1-D1CB-4327-A9DB-48C256725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8ED2E-6E31-440A-8481-7CAE028ABAC5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1D1B62-F1C0-4F88-901C-6F2DB27DE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DCC791-115E-4FC9-B5CE-88177F0D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9A14-EE8D-41B0-BA6B-ED96BBA331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8440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CC85C-B526-4217-BE0E-2273E30AD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3B501-B18D-4A66-884C-8A9971AAE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FB1311-7717-421E-A596-57C5E2EB6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8ED2E-6E31-440A-8481-7CAE028ABAC5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8E583C-72D3-4A2A-8F7A-EA564D4A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8D302B-F9DC-47E5-A044-F4E8F999D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9A14-EE8D-41B0-BA6B-ED96BBA331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5473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077E73D-163D-428F-9320-1C6363C39D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56B3A5-57B7-43F9-A4ED-11DC6F8DE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4418B7-2A47-4443-9A96-94B1EA241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8ED2E-6E31-440A-8481-7CAE028ABAC5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BC32CD-BCF3-4824-A54A-642AB56A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F88337-FF0A-40CF-B504-934AE771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59A14-EE8D-41B0-BA6B-ED96BBA331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3177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79D7D05-2D89-437E-A21A-54DE258EA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7137CA-FFF4-4076-A93C-3F876B7FD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3D7186-6A71-4E0B-8624-70811249B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8ED2E-6E31-440A-8481-7CAE028ABAC5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52128C-C162-4847-9C92-5C2B2C5019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1D4566-1D19-481C-ACAB-F4AC71493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59A14-EE8D-41B0-BA6B-ED96BBA331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2125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F8153DDE-4A64-4A37-81A9-5C6E878AC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983"/>
          <a:stretch/>
        </p:blipFill>
        <p:spPr>
          <a:xfrm>
            <a:off x="161507" y="185886"/>
            <a:ext cx="1971950" cy="832939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F220915-F57C-4ACA-B4AF-8AC584C4214A}"/>
              </a:ext>
            </a:extLst>
          </p:cNvPr>
          <p:cNvGrpSpPr/>
          <p:nvPr/>
        </p:nvGrpSpPr>
        <p:grpSpPr>
          <a:xfrm>
            <a:off x="0" y="1293434"/>
            <a:ext cx="12192000" cy="4271131"/>
            <a:chOff x="0" y="1293434"/>
            <a:chExt cx="12192000" cy="4271131"/>
          </a:xfrm>
          <a:solidFill>
            <a:srgbClr val="00BE78"/>
          </a:solidFill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9810453E-2CE5-43A7-B63B-0DEA27A03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293434"/>
              <a:ext cx="4930588" cy="4271131"/>
            </a:xfrm>
            <a:prstGeom prst="rect">
              <a:avLst/>
            </a:prstGeom>
            <a:grpFill/>
          </p:spPr>
        </p:pic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5086C9F1-C2E6-4DE6-8C87-15023A093333}"/>
                </a:ext>
              </a:extLst>
            </p:cNvPr>
            <p:cNvSpPr/>
            <p:nvPr/>
          </p:nvSpPr>
          <p:spPr>
            <a:xfrm>
              <a:off x="4930588" y="1293434"/>
              <a:ext cx="7261412" cy="427113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170082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A70D87F-A4E5-4DAC-8236-F29F4FBE14F7}"/>
              </a:ext>
            </a:extLst>
          </p:cNvPr>
          <p:cNvSpPr/>
          <p:nvPr/>
        </p:nvSpPr>
        <p:spPr>
          <a:xfrm>
            <a:off x="118535" y="110067"/>
            <a:ext cx="11963974" cy="6636962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6FBB347-681C-4EFA-71F6-687E4AF7A3C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C1A16-C3EC-4FF1-AF20-3819E1CE4E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E368027-CCF7-47BA-A3B2-201EF9F46BD5}"/>
              </a:ext>
            </a:extLst>
          </p:cNvPr>
          <p:cNvSpPr/>
          <p:nvPr/>
        </p:nvSpPr>
        <p:spPr>
          <a:xfrm>
            <a:off x="214878" y="233680"/>
            <a:ext cx="616068" cy="6421120"/>
          </a:xfrm>
          <a:prstGeom prst="roundRect">
            <a:avLst>
              <a:gd name="adj" fmla="val 26936"/>
            </a:avLst>
          </a:prstGeom>
          <a:gradFill flip="none" rotWithShape="1">
            <a:gsLst>
              <a:gs pos="0">
                <a:srgbClr val="00BE78">
                  <a:shade val="30000"/>
                  <a:satMod val="115000"/>
                </a:srgbClr>
              </a:gs>
              <a:gs pos="50000">
                <a:srgbClr val="00BE78">
                  <a:shade val="67500"/>
                  <a:satMod val="115000"/>
                </a:srgbClr>
              </a:gs>
              <a:gs pos="100000">
                <a:srgbClr val="00BE78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4746D8A-E304-4F1C-BEAC-BA051CF5DEB7}"/>
              </a:ext>
            </a:extLst>
          </p:cNvPr>
          <p:cNvSpPr/>
          <p:nvPr/>
        </p:nvSpPr>
        <p:spPr>
          <a:xfrm>
            <a:off x="3768071" y="768674"/>
            <a:ext cx="2628000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2893103-4C73-ECA4-F862-DC607D213EEA}"/>
              </a:ext>
            </a:extLst>
          </p:cNvPr>
          <p:cNvSpPr/>
          <p:nvPr/>
        </p:nvSpPr>
        <p:spPr>
          <a:xfrm>
            <a:off x="6553517" y="768674"/>
            <a:ext cx="2628000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71B803F-EC71-CBA4-A8FA-E1DBC4D34194}"/>
              </a:ext>
            </a:extLst>
          </p:cNvPr>
          <p:cNvSpPr/>
          <p:nvPr/>
        </p:nvSpPr>
        <p:spPr>
          <a:xfrm>
            <a:off x="9338962" y="768674"/>
            <a:ext cx="2628000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CE1CF64-910A-D54B-FA71-44D306E59F32}"/>
              </a:ext>
            </a:extLst>
          </p:cNvPr>
          <p:cNvSpPr txBox="1"/>
          <p:nvPr/>
        </p:nvSpPr>
        <p:spPr>
          <a:xfrm>
            <a:off x="5228614" y="82111"/>
            <a:ext cx="1734770" cy="584775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none" rtlCol="0">
            <a:spAutoFit/>
          </a:bodyPr>
          <a:lstStyle>
            <a:defPPr>
              <a:defRPr lang="pt-B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rgbClr val="05324B"/>
                </a:solidFill>
                <a:effectLst/>
                <a:uLnTx/>
                <a:uFillTx/>
                <a:latin typeface="Montserrat SemiBold" panose="00000700000000000000" pitchFamily="2" charset="0"/>
              </a:defRPr>
            </a:lvl1pPr>
          </a:lstStyle>
          <a:p>
            <a:r>
              <a:rPr lang="pt-BR" dirty="0" err="1"/>
              <a:t>Results</a:t>
            </a:r>
            <a:endParaRPr lang="pt-BR" dirty="0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3B14365E-4E79-F2A4-7A20-9898C6B887BF}"/>
              </a:ext>
            </a:extLst>
          </p:cNvPr>
          <p:cNvSpPr/>
          <p:nvPr/>
        </p:nvSpPr>
        <p:spPr>
          <a:xfrm>
            <a:off x="8954814" y="1789165"/>
            <a:ext cx="3012148" cy="2336584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C735A663-C4DA-983A-ABB6-9303653CCE31}"/>
              </a:ext>
            </a:extLst>
          </p:cNvPr>
          <p:cNvSpPr/>
          <p:nvPr/>
        </p:nvSpPr>
        <p:spPr>
          <a:xfrm>
            <a:off x="5025814" y="4236720"/>
            <a:ext cx="6941148" cy="241808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E6C6DA0-98B2-97FC-97C7-79DAD5F372BA}"/>
              </a:ext>
            </a:extLst>
          </p:cNvPr>
          <p:cNvSpPr/>
          <p:nvPr/>
        </p:nvSpPr>
        <p:spPr>
          <a:xfrm>
            <a:off x="914510" y="768674"/>
            <a:ext cx="2696115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7998E18-618C-465B-512F-F1C34F0A6E0A}"/>
              </a:ext>
            </a:extLst>
          </p:cNvPr>
          <p:cNvSpPr/>
          <p:nvPr/>
        </p:nvSpPr>
        <p:spPr>
          <a:xfrm>
            <a:off x="917174" y="4236720"/>
            <a:ext cx="3990105" cy="241808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260936A-2DAD-DEC4-C502-C68BF2BEB56D}"/>
              </a:ext>
            </a:extLst>
          </p:cNvPr>
          <p:cNvSpPr/>
          <p:nvPr/>
        </p:nvSpPr>
        <p:spPr>
          <a:xfrm>
            <a:off x="924315" y="1789165"/>
            <a:ext cx="7914951" cy="2336584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02EEC9A-6640-9DFA-060B-9F6A1D74B840}"/>
              </a:ext>
            </a:extLst>
          </p:cNvPr>
          <p:cNvSpPr/>
          <p:nvPr/>
        </p:nvSpPr>
        <p:spPr>
          <a:xfrm>
            <a:off x="1037726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52BA893-CE88-D030-A2D9-4FB57E52A7EB}"/>
              </a:ext>
            </a:extLst>
          </p:cNvPr>
          <p:cNvSpPr/>
          <p:nvPr/>
        </p:nvSpPr>
        <p:spPr>
          <a:xfrm>
            <a:off x="3924633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AB40D8C-EAEE-4D47-37FD-3556E7F72852}"/>
              </a:ext>
            </a:extLst>
          </p:cNvPr>
          <p:cNvSpPr/>
          <p:nvPr/>
        </p:nvSpPr>
        <p:spPr>
          <a:xfrm>
            <a:off x="6730896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2888514D-48A2-F261-1297-4CD59DD813B2}"/>
              </a:ext>
            </a:extLst>
          </p:cNvPr>
          <p:cNvSpPr/>
          <p:nvPr/>
        </p:nvSpPr>
        <p:spPr>
          <a:xfrm>
            <a:off x="9492641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242ACE2-1F4D-F3A6-18E8-5FAA129AA222}"/>
              </a:ext>
            </a:extLst>
          </p:cNvPr>
          <p:cNvSpPr/>
          <p:nvPr/>
        </p:nvSpPr>
        <p:spPr>
          <a:xfrm>
            <a:off x="924315" y="777857"/>
            <a:ext cx="2686310" cy="910423"/>
          </a:xfrm>
          <a:prstGeom prst="roundRect">
            <a:avLst/>
          </a:prstGeom>
          <a:gradFill flip="none" rotWithShape="1">
            <a:gsLst>
              <a:gs pos="0">
                <a:srgbClr val="00BE78">
                  <a:shade val="30000"/>
                  <a:satMod val="115000"/>
                </a:srgbClr>
              </a:gs>
              <a:gs pos="50000">
                <a:srgbClr val="00BE78">
                  <a:shade val="67500"/>
                  <a:satMod val="115000"/>
                </a:srgbClr>
              </a:gs>
              <a:gs pos="100000">
                <a:srgbClr val="00BE78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1B48EED9-B396-E9CE-7990-8B4FB62475E0}"/>
              </a:ext>
            </a:extLst>
          </p:cNvPr>
          <p:cNvSpPr/>
          <p:nvPr/>
        </p:nvSpPr>
        <p:spPr>
          <a:xfrm>
            <a:off x="3751660" y="777857"/>
            <a:ext cx="2643528" cy="910423"/>
          </a:xfrm>
          <a:prstGeom prst="roundRect">
            <a:avLst/>
          </a:prstGeom>
          <a:gradFill flip="none" rotWithShape="1">
            <a:gsLst>
              <a:gs pos="0">
                <a:srgbClr val="00BE78">
                  <a:shade val="30000"/>
                  <a:satMod val="115000"/>
                </a:srgbClr>
              </a:gs>
              <a:gs pos="50000">
                <a:srgbClr val="00BE78">
                  <a:shade val="67500"/>
                  <a:satMod val="115000"/>
                </a:srgbClr>
              </a:gs>
              <a:gs pos="100000">
                <a:srgbClr val="00BE78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ABD275B1-20FE-F64E-FEAC-EE42F70EB50A}"/>
              </a:ext>
            </a:extLst>
          </p:cNvPr>
          <p:cNvSpPr/>
          <p:nvPr/>
        </p:nvSpPr>
        <p:spPr>
          <a:xfrm>
            <a:off x="6552633" y="777857"/>
            <a:ext cx="2643528" cy="910423"/>
          </a:xfrm>
          <a:prstGeom prst="roundRect">
            <a:avLst/>
          </a:prstGeom>
          <a:gradFill flip="none" rotWithShape="1">
            <a:gsLst>
              <a:gs pos="0">
                <a:srgbClr val="00BE78">
                  <a:shade val="30000"/>
                  <a:satMod val="115000"/>
                </a:srgbClr>
              </a:gs>
              <a:gs pos="50000">
                <a:srgbClr val="00BE78">
                  <a:shade val="67500"/>
                  <a:satMod val="115000"/>
                </a:srgbClr>
              </a:gs>
              <a:gs pos="100000">
                <a:srgbClr val="00BE78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AE0AE98F-1153-F708-2137-8936C6CC079D}"/>
              </a:ext>
            </a:extLst>
          </p:cNvPr>
          <p:cNvSpPr/>
          <p:nvPr/>
        </p:nvSpPr>
        <p:spPr>
          <a:xfrm>
            <a:off x="9335129" y="777857"/>
            <a:ext cx="2641993" cy="910423"/>
          </a:xfrm>
          <a:prstGeom prst="roundRect">
            <a:avLst/>
          </a:prstGeom>
          <a:gradFill flip="none" rotWithShape="1">
            <a:gsLst>
              <a:gs pos="0">
                <a:srgbClr val="00BE78">
                  <a:shade val="30000"/>
                  <a:satMod val="115000"/>
                </a:srgbClr>
              </a:gs>
              <a:gs pos="50000">
                <a:srgbClr val="00BE78">
                  <a:shade val="67500"/>
                  <a:satMod val="115000"/>
                </a:srgbClr>
              </a:gs>
              <a:gs pos="100000">
                <a:srgbClr val="00BE78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0" name="Imagem 29" descr="Ícone&#10;&#10;Descrição gerada automaticamente">
            <a:extLst>
              <a:ext uri="{FF2B5EF4-FFF2-40B4-BE49-F238E27FC236}">
                <a16:creationId xmlns:a16="http://schemas.microsoft.com/office/drawing/2014/main" id="{2D63CE31-B31E-2552-3663-FBBC931DF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8701" y="990600"/>
            <a:ext cx="514800" cy="514800"/>
          </a:xfrm>
          <a:prstGeom prst="rect">
            <a:avLst/>
          </a:prstGeom>
          <a:effectLst>
            <a:outerShdw blurRad="63500" sx="102000" sy="102000" algn="ctr" rotWithShape="0">
              <a:srgbClr val="1FA6F1">
                <a:alpha val="91000"/>
              </a:srgbClr>
            </a:outerShdw>
          </a:effectLst>
        </p:spPr>
      </p:pic>
      <p:pic>
        <p:nvPicPr>
          <p:cNvPr id="26" name="Imagem 25" descr="Ícone&#10;&#10;Descrição gerada automaticamente">
            <a:extLst>
              <a:ext uri="{FF2B5EF4-FFF2-40B4-BE49-F238E27FC236}">
                <a16:creationId xmlns:a16="http://schemas.microsoft.com/office/drawing/2014/main" id="{E0BFBB42-FEB2-DC2A-2091-1E522D1EF5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010" y="980440"/>
            <a:ext cx="514800" cy="514800"/>
          </a:xfrm>
          <a:prstGeom prst="rect">
            <a:avLst/>
          </a:prstGeom>
          <a:effectLst>
            <a:outerShdw blurRad="63500" sx="102000" sy="102000" algn="ctr" rotWithShape="0">
              <a:srgbClr val="1FA6F1">
                <a:alpha val="91000"/>
              </a:srgbClr>
            </a:outerShdw>
          </a:effectLst>
        </p:spPr>
      </p:pic>
      <p:pic>
        <p:nvPicPr>
          <p:cNvPr id="20" name="Imagem 19" descr="Ícone&#10;&#10;Descrição gerada automaticamente">
            <a:extLst>
              <a:ext uri="{FF2B5EF4-FFF2-40B4-BE49-F238E27FC236}">
                <a16:creationId xmlns:a16="http://schemas.microsoft.com/office/drawing/2014/main" id="{D22E7542-3B21-EEB1-120A-7FF35664E7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800" y="990000"/>
            <a:ext cx="514800" cy="514800"/>
          </a:xfrm>
          <a:prstGeom prst="rect">
            <a:avLst/>
          </a:prstGeom>
          <a:effectLst>
            <a:outerShdw blurRad="63500" sx="102000" sy="102000" algn="ctr" rotWithShape="0">
              <a:srgbClr val="1FA6F1">
                <a:alpha val="91000"/>
              </a:srgbClr>
            </a:outerShdw>
          </a:effectLst>
        </p:spPr>
      </p:pic>
      <p:pic>
        <p:nvPicPr>
          <p:cNvPr id="14" name="Imagem 13" descr="Ícone&#10;&#10;Descrição gerada automaticamente">
            <a:extLst>
              <a:ext uri="{FF2B5EF4-FFF2-40B4-BE49-F238E27FC236}">
                <a16:creationId xmlns:a16="http://schemas.microsoft.com/office/drawing/2014/main" id="{F717F384-FE23-CEC6-609E-A1FCBC1393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00" y="993600"/>
            <a:ext cx="514800" cy="514800"/>
          </a:xfrm>
          <a:prstGeom prst="rect">
            <a:avLst/>
          </a:prstGeom>
          <a:effectLst>
            <a:outerShdw blurRad="63500" sx="102000" sy="102000" algn="ctr" rotWithShape="0">
              <a:srgbClr val="1FA6F1">
                <a:alpha val="91000"/>
              </a:srgbClr>
            </a:outerShdw>
          </a:effectLst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28CC5F4-2E84-4828-AD4D-52237843A8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26" y="425530"/>
            <a:ext cx="626359" cy="35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975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A70D87F-A4E5-4DAC-8236-F29F4FBE14F7}"/>
              </a:ext>
            </a:extLst>
          </p:cNvPr>
          <p:cNvSpPr/>
          <p:nvPr/>
        </p:nvSpPr>
        <p:spPr>
          <a:xfrm>
            <a:off x="118535" y="110067"/>
            <a:ext cx="11963974" cy="6636962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6FBB347-681C-4EFA-71F6-687E4AF7A3C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C1A16-C3EC-4FF1-AF20-3819E1CE4E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E368027-CCF7-47BA-A3B2-201EF9F46BD5}"/>
              </a:ext>
            </a:extLst>
          </p:cNvPr>
          <p:cNvSpPr/>
          <p:nvPr/>
        </p:nvSpPr>
        <p:spPr>
          <a:xfrm>
            <a:off x="214878" y="233680"/>
            <a:ext cx="616068" cy="6421120"/>
          </a:xfrm>
          <a:prstGeom prst="roundRect">
            <a:avLst>
              <a:gd name="adj" fmla="val 26936"/>
            </a:avLst>
          </a:prstGeom>
          <a:gradFill flip="none" rotWithShape="1">
            <a:gsLst>
              <a:gs pos="0">
                <a:srgbClr val="00BE78">
                  <a:shade val="30000"/>
                  <a:satMod val="115000"/>
                </a:srgbClr>
              </a:gs>
              <a:gs pos="50000">
                <a:srgbClr val="00BE78">
                  <a:shade val="67500"/>
                  <a:satMod val="115000"/>
                </a:srgbClr>
              </a:gs>
              <a:gs pos="100000">
                <a:srgbClr val="00BE78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260936A-2DAD-DEC4-C502-C68BF2BEB56D}"/>
              </a:ext>
            </a:extLst>
          </p:cNvPr>
          <p:cNvSpPr/>
          <p:nvPr/>
        </p:nvSpPr>
        <p:spPr>
          <a:xfrm>
            <a:off x="924315" y="711200"/>
            <a:ext cx="11042647" cy="461264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AB40D8C-EAEE-4D47-37FD-3556E7F72852}"/>
              </a:ext>
            </a:extLst>
          </p:cNvPr>
          <p:cNvSpPr/>
          <p:nvPr/>
        </p:nvSpPr>
        <p:spPr>
          <a:xfrm>
            <a:off x="924314" y="5433907"/>
            <a:ext cx="5476486" cy="1220893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0BE78">
                  <a:shade val="30000"/>
                  <a:satMod val="115000"/>
                </a:srgbClr>
              </a:gs>
              <a:gs pos="50000">
                <a:srgbClr val="00BE78">
                  <a:shade val="67500"/>
                  <a:satMod val="115000"/>
                </a:srgbClr>
              </a:gs>
              <a:gs pos="100000">
                <a:srgbClr val="00BE78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6369907-6E74-09E5-6BAB-9815E9266FCA}"/>
              </a:ext>
            </a:extLst>
          </p:cNvPr>
          <p:cNvSpPr/>
          <p:nvPr/>
        </p:nvSpPr>
        <p:spPr>
          <a:xfrm>
            <a:off x="6494168" y="5433907"/>
            <a:ext cx="5482954" cy="1220893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0BE78">
                  <a:shade val="30000"/>
                  <a:satMod val="115000"/>
                </a:srgbClr>
              </a:gs>
              <a:gs pos="50000">
                <a:srgbClr val="00BE78">
                  <a:shade val="67500"/>
                  <a:satMod val="115000"/>
                </a:srgbClr>
              </a:gs>
              <a:gs pos="100000">
                <a:srgbClr val="00BE78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8B92572E-CA62-A98C-12CB-0FA064AA8FF9}"/>
              </a:ext>
            </a:extLst>
          </p:cNvPr>
          <p:cNvSpPr/>
          <p:nvPr/>
        </p:nvSpPr>
        <p:spPr>
          <a:xfrm>
            <a:off x="866741" y="5519004"/>
            <a:ext cx="1608891" cy="307777"/>
          </a:xfrm>
          <a:prstGeom prst="roundRect">
            <a:avLst>
              <a:gd name="adj" fmla="val 34215"/>
            </a:avLst>
          </a:prstGeom>
          <a:solidFill>
            <a:srgbClr val="E89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457E9F8-C55E-500E-F668-42765E18EC0A}"/>
              </a:ext>
            </a:extLst>
          </p:cNvPr>
          <p:cNvSpPr txBox="1"/>
          <p:nvPr/>
        </p:nvSpPr>
        <p:spPr>
          <a:xfrm>
            <a:off x="747381" y="5530082"/>
            <a:ext cx="1756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chemeClr val="bg1"/>
                </a:solidFill>
                <a:latin typeface="Montserrat Bold" panose="00000800000000000000" pitchFamily="2" charset="0"/>
              </a:rPr>
              <a:t>Melhor Produto</a:t>
            </a:r>
            <a:endParaRPr lang="pt-BR" sz="1600" dirty="0">
              <a:solidFill>
                <a:schemeClr val="bg1"/>
              </a:solidFill>
              <a:latin typeface="Montserrat Bold" panose="00000800000000000000" pitchFamily="2" charset="0"/>
            </a:endParaRP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B85CA569-FE2A-C778-8885-D887E3259574}"/>
              </a:ext>
            </a:extLst>
          </p:cNvPr>
          <p:cNvSpPr/>
          <p:nvPr/>
        </p:nvSpPr>
        <p:spPr>
          <a:xfrm>
            <a:off x="6436663" y="5509379"/>
            <a:ext cx="1244299" cy="307777"/>
          </a:xfrm>
          <a:prstGeom prst="roundRect">
            <a:avLst>
              <a:gd name="adj" fmla="val 34215"/>
            </a:avLst>
          </a:prstGeom>
          <a:solidFill>
            <a:srgbClr val="E89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82C0FB3-F10B-4D4C-7FD2-EEB50187122E}"/>
              </a:ext>
            </a:extLst>
          </p:cNvPr>
          <p:cNvSpPr txBox="1"/>
          <p:nvPr/>
        </p:nvSpPr>
        <p:spPr>
          <a:xfrm>
            <a:off x="6326928" y="5520457"/>
            <a:ext cx="1363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chemeClr val="bg1"/>
                </a:solidFill>
                <a:latin typeface="Montserrat Bold" panose="00000800000000000000" pitchFamily="2" charset="0"/>
              </a:rPr>
              <a:t>Melhor Loja</a:t>
            </a:r>
            <a:endParaRPr lang="pt-BR" sz="1600" dirty="0">
              <a:solidFill>
                <a:schemeClr val="bg1"/>
              </a:solidFill>
              <a:latin typeface="Montserrat Bold" panose="00000800000000000000" pitchFamily="2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F695074-5DED-4490-AE93-F8B516738847}"/>
              </a:ext>
            </a:extLst>
          </p:cNvPr>
          <p:cNvSpPr txBox="1"/>
          <p:nvPr/>
        </p:nvSpPr>
        <p:spPr>
          <a:xfrm>
            <a:off x="5041048" y="168689"/>
            <a:ext cx="2106667" cy="584775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none" rtlCol="0">
            <a:spAutoFit/>
          </a:bodyPr>
          <a:lstStyle>
            <a:defPPr>
              <a:defRPr lang="pt-B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rgbClr val="05324B"/>
                </a:solidFill>
                <a:effectLst/>
                <a:uLnTx/>
                <a:uFillTx/>
                <a:latin typeface="Montserrat SemiBold" panose="00000700000000000000" pitchFamily="2" charset="0"/>
              </a:defRPr>
            </a:lvl1pPr>
          </a:lstStyle>
          <a:p>
            <a:r>
              <a:rPr lang="pt-BR" dirty="0" err="1"/>
              <a:t>Products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2163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A70D87F-A4E5-4DAC-8236-F29F4FBE14F7}"/>
              </a:ext>
            </a:extLst>
          </p:cNvPr>
          <p:cNvSpPr/>
          <p:nvPr/>
        </p:nvSpPr>
        <p:spPr>
          <a:xfrm>
            <a:off x="118535" y="110067"/>
            <a:ext cx="11963974" cy="6636962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6FBB347-681C-4EFA-71F6-687E4AF7A3C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C1A16-C3EC-4FF1-AF20-3819E1CE4E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E368027-CCF7-47BA-A3B2-201EF9F46BD5}"/>
              </a:ext>
            </a:extLst>
          </p:cNvPr>
          <p:cNvSpPr/>
          <p:nvPr/>
        </p:nvSpPr>
        <p:spPr>
          <a:xfrm>
            <a:off x="214878" y="233680"/>
            <a:ext cx="616068" cy="6421120"/>
          </a:xfrm>
          <a:prstGeom prst="roundRect">
            <a:avLst>
              <a:gd name="adj" fmla="val 26936"/>
            </a:avLst>
          </a:prstGeom>
          <a:gradFill flip="none" rotWithShape="1">
            <a:gsLst>
              <a:gs pos="0">
                <a:srgbClr val="00BE78">
                  <a:shade val="30000"/>
                  <a:satMod val="115000"/>
                </a:srgbClr>
              </a:gs>
              <a:gs pos="50000">
                <a:srgbClr val="00BE78">
                  <a:shade val="67500"/>
                  <a:satMod val="115000"/>
                </a:srgbClr>
              </a:gs>
              <a:gs pos="100000">
                <a:srgbClr val="00BE78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4746D8A-E304-4F1C-BEAC-BA051CF5DEB7}"/>
              </a:ext>
            </a:extLst>
          </p:cNvPr>
          <p:cNvSpPr/>
          <p:nvPr/>
        </p:nvSpPr>
        <p:spPr>
          <a:xfrm>
            <a:off x="3768071" y="768674"/>
            <a:ext cx="2628000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2893103-4C73-ECA4-F862-DC607D213EEA}"/>
              </a:ext>
            </a:extLst>
          </p:cNvPr>
          <p:cNvSpPr/>
          <p:nvPr/>
        </p:nvSpPr>
        <p:spPr>
          <a:xfrm>
            <a:off x="6553517" y="768674"/>
            <a:ext cx="2628000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71B803F-EC71-CBA4-A8FA-E1DBC4D34194}"/>
              </a:ext>
            </a:extLst>
          </p:cNvPr>
          <p:cNvSpPr/>
          <p:nvPr/>
        </p:nvSpPr>
        <p:spPr>
          <a:xfrm>
            <a:off x="9338962" y="768674"/>
            <a:ext cx="2628000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CE1CF64-910A-D54B-FA71-44D306E59F32}"/>
              </a:ext>
            </a:extLst>
          </p:cNvPr>
          <p:cNvSpPr txBox="1"/>
          <p:nvPr/>
        </p:nvSpPr>
        <p:spPr>
          <a:xfrm>
            <a:off x="5273482" y="168689"/>
            <a:ext cx="1641796" cy="584775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none" rtlCol="0">
            <a:spAutoFit/>
          </a:bodyPr>
          <a:lstStyle>
            <a:defPPr>
              <a:defRPr lang="pt-B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rgbClr val="05324B"/>
                </a:solidFill>
                <a:effectLst/>
                <a:uLnTx/>
                <a:uFillTx/>
                <a:latin typeface="Montserrat SemiBold" panose="00000700000000000000" pitchFamily="2" charset="0"/>
              </a:defRPr>
            </a:lvl1pPr>
          </a:lstStyle>
          <a:p>
            <a:r>
              <a:rPr lang="pt-BR" dirty="0" err="1"/>
              <a:t>Clients</a:t>
            </a:r>
            <a:endParaRPr lang="pt-BR" dirty="0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3B14365E-4E79-F2A4-7A20-9898C6B887BF}"/>
              </a:ext>
            </a:extLst>
          </p:cNvPr>
          <p:cNvSpPr/>
          <p:nvPr/>
        </p:nvSpPr>
        <p:spPr>
          <a:xfrm>
            <a:off x="7789335" y="1789165"/>
            <a:ext cx="4177627" cy="2336584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E6C6DA0-98B2-97FC-97C7-79DAD5F372BA}"/>
              </a:ext>
            </a:extLst>
          </p:cNvPr>
          <p:cNvSpPr/>
          <p:nvPr/>
        </p:nvSpPr>
        <p:spPr>
          <a:xfrm>
            <a:off x="914510" y="768674"/>
            <a:ext cx="2696115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7998E18-618C-465B-512F-F1C34F0A6E0A}"/>
              </a:ext>
            </a:extLst>
          </p:cNvPr>
          <p:cNvSpPr/>
          <p:nvPr/>
        </p:nvSpPr>
        <p:spPr>
          <a:xfrm>
            <a:off x="917174" y="4236720"/>
            <a:ext cx="11049788" cy="241808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260936A-2DAD-DEC4-C502-C68BF2BEB56D}"/>
              </a:ext>
            </a:extLst>
          </p:cNvPr>
          <p:cNvSpPr/>
          <p:nvPr/>
        </p:nvSpPr>
        <p:spPr>
          <a:xfrm>
            <a:off x="924315" y="1789165"/>
            <a:ext cx="6746485" cy="2336584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02EEC9A-6640-9DFA-060B-9F6A1D74B840}"/>
              </a:ext>
            </a:extLst>
          </p:cNvPr>
          <p:cNvSpPr/>
          <p:nvPr/>
        </p:nvSpPr>
        <p:spPr>
          <a:xfrm>
            <a:off x="1037726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52BA893-CE88-D030-A2D9-4FB57E52A7EB}"/>
              </a:ext>
            </a:extLst>
          </p:cNvPr>
          <p:cNvSpPr/>
          <p:nvPr/>
        </p:nvSpPr>
        <p:spPr>
          <a:xfrm>
            <a:off x="3924633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AB40D8C-EAEE-4D47-37FD-3556E7F72852}"/>
              </a:ext>
            </a:extLst>
          </p:cNvPr>
          <p:cNvSpPr/>
          <p:nvPr/>
        </p:nvSpPr>
        <p:spPr>
          <a:xfrm>
            <a:off x="6730896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2888514D-48A2-F261-1297-4CD59DD813B2}"/>
              </a:ext>
            </a:extLst>
          </p:cNvPr>
          <p:cNvSpPr/>
          <p:nvPr/>
        </p:nvSpPr>
        <p:spPr>
          <a:xfrm>
            <a:off x="9492641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242ACE2-1F4D-F3A6-18E8-5FAA129AA222}"/>
              </a:ext>
            </a:extLst>
          </p:cNvPr>
          <p:cNvSpPr/>
          <p:nvPr/>
        </p:nvSpPr>
        <p:spPr>
          <a:xfrm>
            <a:off x="924315" y="777857"/>
            <a:ext cx="2686310" cy="910423"/>
          </a:xfrm>
          <a:prstGeom prst="roundRect">
            <a:avLst/>
          </a:prstGeom>
          <a:gradFill flip="none" rotWithShape="1">
            <a:gsLst>
              <a:gs pos="0">
                <a:srgbClr val="00BE78">
                  <a:shade val="30000"/>
                  <a:satMod val="115000"/>
                </a:srgbClr>
              </a:gs>
              <a:gs pos="50000">
                <a:srgbClr val="00BE78">
                  <a:shade val="67500"/>
                  <a:satMod val="115000"/>
                </a:srgbClr>
              </a:gs>
              <a:gs pos="100000">
                <a:srgbClr val="00BE78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1B48EED9-B396-E9CE-7990-8B4FB62475E0}"/>
              </a:ext>
            </a:extLst>
          </p:cNvPr>
          <p:cNvSpPr/>
          <p:nvPr/>
        </p:nvSpPr>
        <p:spPr>
          <a:xfrm>
            <a:off x="3751660" y="777857"/>
            <a:ext cx="2643528" cy="910423"/>
          </a:xfrm>
          <a:prstGeom prst="roundRect">
            <a:avLst/>
          </a:prstGeom>
          <a:gradFill flip="none" rotWithShape="1">
            <a:gsLst>
              <a:gs pos="0">
                <a:srgbClr val="00BE78">
                  <a:shade val="30000"/>
                  <a:satMod val="115000"/>
                </a:srgbClr>
              </a:gs>
              <a:gs pos="50000">
                <a:srgbClr val="00BE78">
                  <a:shade val="67500"/>
                  <a:satMod val="115000"/>
                </a:srgbClr>
              </a:gs>
              <a:gs pos="100000">
                <a:srgbClr val="00BE78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ABD275B1-20FE-F64E-FEAC-EE42F70EB50A}"/>
              </a:ext>
            </a:extLst>
          </p:cNvPr>
          <p:cNvSpPr/>
          <p:nvPr/>
        </p:nvSpPr>
        <p:spPr>
          <a:xfrm>
            <a:off x="6552633" y="777857"/>
            <a:ext cx="2643528" cy="910423"/>
          </a:xfrm>
          <a:prstGeom prst="roundRect">
            <a:avLst/>
          </a:prstGeom>
          <a:gradFill flip="none" rotWithShape="1">
            <a:gsLst>
              <a:gs pos="0">
                <a:srgbClr val="00BE78">
                  <a:shade val="30000"/>
                  <a:satMod val="115000"/>
                </a:srgbClr>
              </a:gs>
              <a:gs pos="50000">
                <a:srgbClr val="00BE78">
                  <a:shade val="67500"/>
                  <a:satMod val="115000"/>
                </a:srgbClr>
              </a:gs>
              <a:gs pos="100000">
                <a:srgbClr val="00BE78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AE0AE98F-1153-F708-2137-8936C6CC079D}"/>
              </a:ext>
            </a:extLst>
          </p:cNvPr>
          <p:cNvSpPr/>
          <p:nvPr/>
        </p:nvSpPr>
        <p:spPr>
          <a:xfrm>
            <a:off x="9335129" y="777857"/>
            <a:ext cx="2641993" cy="910423"/>
          </a:xfrm>
          <a:prstGeom prst="roundRect">
            <a:avLst/>
          </a:prstGeom>
          <a:gradFill flip="none" rotWithShape="1">
            <a:gsLst>
              <a:gs pos="0">
                <a:srgbClr val="00BE78">
                  <a:shade val="30000"/>
                  <a:satMod val="115000"/>
                </a:srgbClr>
              </a:gs>
              <a:gs pos="50000">
                <a:srgbClr val="00BE78">
                  <a:shade val="67500"/>
                  <a:satMod val="115000"/>
                </a:srgbClr>
              </a:gs>
              <a:gs pos="100000">
                <a:srgbClr val="00BE78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7472FA1E-9BE4-4D66-AAD4-74E74AB98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708" y="934998"/>
            <a:ext cx="608004" cy="608004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3F2700B1-04CD-4BEC-9ADC-808AD4972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893" y="934998"/>
            <a:ext cx="686920" cy="68692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AF2F2366-5082-4D9B-93D3-C635808D16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2481" y="934998"/>
            <a:ext cx="608004" cy="608004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FFCDB896-E05C-4903-B392-DA31FDF6D4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252" y="934998"/>
            <a:ext cx="632808" cy="63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636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A70D87F-A4E5-4DAC-8236-F29F4FBE14F7}"/>
              </a:ext>
            </a:extLst>
          </p:cNvPr>
          <p:cNvSpPr/>
          <p:nvPr/>
        </p:nvSpPr>
        <p:spPr>
          <a:xfrm>
            <a:off x="118535" y="110067"/>
            <a:ext cx="11963974" cy="6636962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6FBB347-681C-4EFA-71F6-687E4AF7A3C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C1A16-C3EC-4FF1-AF20-3819E1CE4E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E368027-CCF7-47BA-A3B2-201EF9F46BD5}"/>
              </a:ext>
            </a:extLst>
          </p:cNvPr>
          <p:cNvSpPr/>
          <p:nvPr/>
        </p:nvSpPr>
        <p:spPr>
          <a:xfrm>
            <a:off x="214878" y="233680"/>
            <a:ext cx="616068" cy="6421120"/>
          </a:xfrm>
          <a:prstGeom prst="roundRect">
            <a:avLst>
              <a:gd name="adj" fmla="val 26936"/>
            </a:avLst>
          </a:prstGeom>
          <a:gradFill flip="none" rotWithShape="1">
            <a:gsLst>
              <a:gs pos="0">
                <a:srgbClr val="00BE78">
                  <a:shade val="30000"/>
                  <a:satMod val="115000"/>
                </a:srgbClr>
              </a:gs>
              <a:gs pos="50000">
                <a:srgbClr val="00BE78">
                  <a:shade val="67500"/>
                  <a:satMod val="115000"/>
                </a:srgbClr>
              </a:gs>
              <a:gs pos="100000">
                <a:srgbClr val="00BE78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4746D8A-E304-4F1C-BEAC-BA051CF5DEB7}"/>
              </a:ext>
            </a:extLst>
          </p:cNvPr>
          <p:cNvSpPr/>
          <p:nvPr/>
        </p:nvSpPr>
        <p:spPr>
          <a:xfrm>
            <a:off x="3768071" y="768674"/>
            <a:ext cx="2628000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2893103-4C73-ECA4-F862-DC607D213EEA}"/>
              </a:ext>
            </a:extLst>
          </p:cNvPr>
          <p:cNvSpPr/>
          <p:nvPr/>
        </p:nvSpPr>
        <p:spPr>
          <a:xfrm>
            <a:off x="6553517" y="768674"/>
            <a:ext cx="2628000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71B803F-EC71-CBA4-A8FA-E1DBC4D34194}"/>
              </a:ext>
            </a:extLst>
          </p:cNvPr>
          <p:cNvSpPr/>
          <p:nvPr/>
        </p:nvSpPr>
        <p:spPr>
          <a:xfrm>
            <a:off x="9338962" y="768674"/>
            <a:ext cx="2628000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CE1CF64-910A-D54B-FA71-44D306E59F32}"/>
              </a:ext>
            </a:extLst>
          </p:cNvPr>
          <p:cNvSpPr txBox="1"/>
          <p:nvPr/>
        </p:nvSpPr>
        <p:spPr>
          <a:xfrm>
            <a:off x="4961696" y="168689"/>
            <a:ext cx="2265365" cy="584775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srgbClr val="05324B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Deliveries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3B14365E-4E79-F2A4-7A20-9898C6B887BF}"/>
              </a:ext>
            </a:extLst>
          </p:cNvPr>
          <p:cNvSpPr/>
          <p:nvPr/>
        </p:nvSpPr>
        <p:spPr>
          <a:xfrm>
            <a:off x="7789335" y="1789165"/>
            <a:ext cx="4177627" cy="2336584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E6C6DA0-98B2-97FC-97C7-79DAD5F372BA}"/>
              </a:ext>
            </a:extLst>
          </p:cNvPr>
          <p:cNvSpPr/>
          <p:nvPr/>
        </p:nvSpPr>
        <p:spPr>
          <a:xfrm>
            <a:off x="914510" y="768674"/>
            <a:ext cx="2696115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7998E18-618C-465B-512F-F1C34F0A6E0A}"/>
              </a:ext>
            </a:extLst>
          </p:cNvPr>
          <p:cNvSpPr/>
          <p:nvPr/>
        </p:nvSpPr>
        <p:spPr>
          <a:xfrm>
            <a:off x="917174" y="4236720"/>
            <a:ext cx="6746485" cy="241808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260936A-2DAD-DEC4-C502-C68BF2BEB56D}"/>
              </a:ext>
            </a:extLst>
          </p:cNvPr>
          <p:cNvSpPr/>
          <p:nvPr/>
        </p:nvSpPr>
        <p:spPr>
          <a:xfrm>
            <a:off x="924315" y="1789165"/>
            <a:ext cx="6746485" cy="2336584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02EEC9A-6640-9DFA-060B-9F6A1D74B840}"/>
              </a:ext>
            </a:extLst>
          </p:cNvPr>
          <p:cNvSpPr/>
          <p:nvPr/>
        </p:nvSpPr>
        <p:spPr>
          <a:xfrm>
            <a:off x="1037726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52BA893-CE88-D030-A2D9-4FB57E52A7EB}"/>
              </a:ext>
            </a:extLst>
          </p:cNvPr>
          <p:cNvSpPr/>
          <p:nvPr/>
        </p:nvSpPr>
        <p:spPr>
          <a:xfrm>
            <a:off x="3924633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AB40D8C-EAEE-4D47-37FD-3556E7F72852}"/>
              </a:ext>
            </a:extLst>
          </p:cNvPr>
          <p:cNvSpPr/>
          <p:nvPr/>
        </p:nvSpPr>
        <p:spPr>
          <a:xfrm>
            <a:off x="6730896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2888514D-48A2-F261-1297-4CD59DD813B2}"/>
              </a:ext>
            </a:extLst>
          </p:cNvPr>
          <p:cNvSpPr/>
          <p:nvPr/>
        </p:nvSpPr>
        <p:spPr>
          <a:xfrm>
            <a:off x="9492641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242ACE2-1F4D-F3A6-18E8-5FAA129AA222}"/>
              </a:ext>
            </a:extLst>
          </p:cNvPr>
          <p:cNvSpPr/>
          <p:nvPr/>
        </p:nvSpPr>
        <p:spPr>
          <a:xfrm>
            <a:off x="924315" y="777857"/>
            <a:ext cx="2686310" cy="910423"/>
          </a:xfrm>
          <a:prstGeom prst="roundRect">
            <a:avLst/>
          </a:prstGeom>
          <a:gradFill flip="none" rotWithShape="1">
            <a:gsLst>
              <a:gs pos="0">
                <a:srgbClr val="00BE78">
                  <a:shade val="30000"/>
                  <a:satMod val="115000"/>
                </a:srgbClr>
              </a:gs>
              <a:gs pos="50000">
                <a:srgbClr val="00BE78">
                  <a:shade val="67500"/>
                  <a:satMod val="115000"/>
                </a:srgbClr>
              </a:gs>
              <a:gs pos="100000">
                <a:srgbClr val="00BE78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1B48EED9-B396-E9CE-7990-8B4FB62475E0}"/>
              </a:ext>
            </a:extLst>
          </p:cNvPr>
          <p:cNvSpPr/>
          <p:nvPr/>
        </p:nvSpPr>
        <p:spPr>
          <a:xfrm>
            <a:off x="3751660" y="777857"/>
            <a:ext cx="2643528" cy="910423"/>
          </a:xfrm>
          <a:prstGeom prst="roundRect">
            <a:avLst/>
          </a:prstGeom>
          <a:gradFill flip="none" rotWithShape="1">
            <a:gsLst>
              <a:gs pos="0">
                <a:srgbClr val="00BE78">
                  <a:shade val="30000"/>
                  <a:satMod val="115000"/>
                </a:srgbClr>
              </a:gs>
              <a:gs pos="50000">
                <a:srgbClr val="00BE78">
                  <a:shade val="67500"/>
                  <a:satMod val="115000"/>
                </a:srgbClr>
              </a:gs>
              <a:gs pos="100000">
                <a:srgbClr val="00BE78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ABD275B1-20FE-F64E-FEAC-EE42F70EB50A}"/>
              </a:ext>
            </a:extLst>
          </p:cNvPr>
          <p:cNvSpPr/>
          <p:nvPr/>
        </p:nvSpPr>
        <p:spPr>
          <a:xfrm>
            <a:off x="6552633" y="777857"/>
            <a:ext cx="2643528" cy="910423"/>
          </a:xfrm>
          <a:prstGeom prst="roundRect">
            <a:avLst/>
          </a:prstGeom>
          <a:gradFill flip="none" rotWithShape="1">
            <a:gsLst>
              <a:gs pos="0">
                <a:srgbClr val="00BE78">
                  <a:shade val="30000"/>
                  <a:satMod val="115000"/>
                </a:srgbClr>
              </a:gs>
              <a:gs pos="50000">
                <a:srgbClr val="00BE78">
                  <a:shade val="67500"/>
                  <a:satMod val="115000"/>
                </a:srgbClr>
              </a:gs>
              <a:gs pos="100000">
                <a:srgbClr val="00BE78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AE0AE98F-1153-F708-2137-8936C6CC079D}"/>
              </a:ext>
            </a:extLst>
          </p:cNvPr>
          <p:cNvSpPr/>
          <p:nvPr/>
        </p:nvSpPr>
        <p:spPr>
          <a:xfrm>
            <a:off x="9335129" y="777857"/>
            <a:ext cx="2641993" cy="910423"/>
          </a:xfrm>
          <a:prstGeom prst="roundRect">
            <a:avLst/>
          </a:prstGeom>
          <a:gradFill flip="none" rotWithShape="1">
            <a:gsLst>
              <a:gs pos="0">
                <a:srgbClr val="00BE78">
                  <a:shade val="30000"/>
                  <a:satMod val="115000"/>
                </a:srgbClr>
              </a:gs>
              <a:gs pos="50000">
                <a:srgbClr val="00BE78">
                  <a:shade val="67500"/>
                  <a:satMod val="115000"/>
                </a:srgbClr>
              </a:gs>
              <a:gs pos="100000">
                <a:srgbClr val="00BE78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8" name="Imagem 27" descr="Ícone&#10;&#10;Descrição gerada automaticamente">
            <a:extLst>
              <a:ext uri="{FF2B5EF4-FFF2-40B4-BE49-F238E27FC236}">
                <a16:creationId xmlns:a16="http://schemas.microsoft.com/office/drawing/2014/main" id="{B98E82B0-24C1-2988-1A81-0FA124DF8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055" y="990905"/>
            <a:ext cx="514800" cy="514800"/>
          </a:xfrm>
          <a:prstGeom prst="rect">
            <a:avLst/>
          </a:prstGeom>
          <a:effectLst>
            <a:outerShdw blurRad="63500" sx="102000" sy="102000" algn="ctr" rotWithShape="0">
              <a:srgbClr val="1FA6F1">
                <a:alpha val="91000"/>
              </a:srgbClr>
            </a:outerShdw>
          </a:effectLst>
        </p:spPr>
      </p:pic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E7C36AF5-833D-4315-8258-636A1604EB32}"/>
              </a:ext>
            </a:extLst>
          </p:cNvPr>
          <p:cNvSpPr/>
          <p:nvPr/>
        </p:nvSpPr>
        <p:spPr>
          <a:xfrm>
            <a:off x="7749887" y="4318216"/>
            <a:ext cx="4177627" cy="2336584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8D51AC5-4845-41E2-889D-C72951D04D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618" y="830019"/>
            <a:ext cx="748935" cy="74893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F086F1CD-953A-414E-8175-EACD14B0FC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37" y="868813"/>
            <a:ext cx="636893" cy="63689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69381A51-09FB-4A91-86DD-7FC6071AA0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988" y="901421"/>
            <a:ext cx="604283" cy="60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1467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8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Montserrat Bold</vt:lpstr>
      <vt:lpstr>Montserrat SemiBold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Jaime Lúcio Lage Muniz de Souza</dc:creator>
  <cp:lastModifiedBy>Jaime Lúcio Lage Muniz de Souza</cp:lastModifiedBy>
  <cp:revision>22</cp:revision>
  <dcterms:created xsi:type="dcterms:W3CDTF">2026-01-08T20:54:29Z</dcterms:created>
  <dcterms:modified xsi:type="dcterms:W3CDTF">2026-01-11T23:04:26Z</dcterms:modified>
</cp:coreProperties>
</file>